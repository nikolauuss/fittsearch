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D4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2D4973"/>
                </a:solidFill>
                <a:latin typeface="Arial"/>
              </a:rPr>
              <a:t>PRESENTACIÓN DEL PROYECTO APT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1460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5A5A5A"/>
                </a:solidFill>
                <a:latin typeface="Arial"/>
              </a:rPr>
              <a:t>FASE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03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C00000"/>
                </a:solidFill>
                <a:latin typeface="Arial"/>
              </a:rPr>
              <a:t>ARCHIVO MARCADOR
REEMPLAZAR O COMPLETAR SEGÚN LA PAUTA OFICIAL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64646"/>
                </a:solidFill>
                <a:latin typeface="Arial"/>
              </a:rPr>
              <a:t>Equipo: COMPLETAR  |  Carrera: Ingeniería en Informática  |  Fecha: COMPLETAR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D4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ESTRUCTURA SUGERIDA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1. Problema o necesidad detectada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73352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2. Objetivo general y objetivos específicos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95144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3. Usuarios o beneficiarios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16936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4. Alcance y requisitos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38728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5. Diseño de la solución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6. Tecnologías utilizadas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82312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7. Evidencias de desarrollo y pruebas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04104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8. Resultados, conclusiones y próximos pasos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722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E6E6E"/>
                </a:solidFill>
                <a:latin typeface="Arial"/>
              </a:rPr>
              <a:t>Adapte esta estructura a las instrucciones del docente.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